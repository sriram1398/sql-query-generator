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16459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OPEN SQL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Text to SQL Query Generator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using RAG Pipeline &amp; DB Schema Semantic 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0292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"Ask in English. Get SQL. Instantly."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with SQL in Organisations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Non-technical teams locked 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Finance, ops, product need data but can't write SQL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Engineers become bottlenecks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Every data request needs engineering help — slowing teams 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Ad-hoc queries are error-prone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Manual SQL is slow, inconsistent, and undocumented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audit trail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Who queried what sensitive data, and when? Nobody knows.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Introducing OPEN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B82F6"/>
                </a:solidFill>
              </a:rPr>
              <a:t>A company-internal Text-to-SQL engine powered by RAG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in English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User types a natural language question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37744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22585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71800" y="137160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3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 Schema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Semantically relevant DB schema is retrieved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37744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2585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20640" y="137160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Generates 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AI generates precise, scoped 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320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2585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269480" y="137160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2084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 &amp; Return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Query runs and results appear — one click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Built on: PostgreSQL  ·  pgvector  ·  Spring Boot  ·  OpenAI Embeddings  ·  Claude / GPT-4o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Approach 1 — Schema Upload via Excel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19456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08"/>
                </a:solidFill>
              </a:rPr>
              <a:t>⚠ CURRENT APPROACH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Export 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 Excel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01368" y="17830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673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39112" y="13716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ChatGPT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7830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673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Natural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30952" y="17830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673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68696" y="13716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Generated 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(text only)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95744" y="17830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16733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3488" y="137160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137160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How it works: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5029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Export DB schema to Excel manually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Upload to ChatGPT or analytics tool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Ask natural language questions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Copy generated SQL → run manually in DB client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94960" y="2468880"/>
            <a:ext cx="3474720" cy="1645920"/>
          </a:xfrm>
          <a:prstGeom prst="rect">
            <a:avLst/>
          </a:prstGeom>
          <a:solidFill>
            <a:srgbClr val="2D1E0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2971800"/>
            <a:ext cx="34747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"Works for one person, once.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Breaks at scale."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Approach 1 Fails at Enterprise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Schema goes stale the moment a column is added or a table changes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18488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5819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No row-level security — any user can query any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579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SQL must be copy-pasted and run manually — no direct execution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7063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7340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No audit trail — who queried what, when?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118104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46704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3101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Sensitive schema and queries leave the organisation (data residency risk)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694176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2277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Context window overflow for schemas with 100+ tables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" y="4270248"/>
            <a:ext cx="832104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498848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4622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No saved queries, no approval workflows, no access control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Approach 2 — Enterprise Vector Semantic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OFFLINE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55648" y="16687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15590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93392" y="132588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Extractor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6687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5590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12464" y="132588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Chunker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93792" y="16687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5590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31536" y="132588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12864" y="1668780"/>
            <a:ext cx="21945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5590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325880"/>
            <a:ext cx="146304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325880"/>
            <a:ext cx="1463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pgvector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13716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ONLINE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Query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35608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72184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581912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Embedder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0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79776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889504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9504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Similarity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Search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50792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7368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197096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97096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LLM API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58384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04688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Validator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65976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02552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812280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Execute 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973568" y="2994660"/>
            <a:ext cx="12801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10144" y="29032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</a:rPr>
              <a:t>▶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119872" y="2651760"/>
            <a:ext cx="1143000" cy="685800"/>
          </a:xfrm>
          <a:prstGeom prst="roundRect">
            <a:avLst>
              <a:gd name="adj" fmla="val 9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19872" y="2651760"/>
            <a:ext cx="1143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Only relevant tables retrieved — no context overflow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SQL scoped to authenticated user automatically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Executed directly — no copy-paste needed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Full audit log on every query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Always in Sync — Automatic Schema Updates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508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git push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01368" y="1417320"/>
            <a:ext cx="14630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307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65960" y="105156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51560"/>
            <a:ext cx="1508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93008" y="1417320"/>
            <a:ext cx="14630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07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0" y="105156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51560"/>
            <a:ext cx="1508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Spring Boot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84648" y="1417320"/>
            <a:ext cx="14630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307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9240" y="105156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051560"/>
            <a:ext cx="1508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Flyway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76288" y="1417320"/>
            <a:ext cx="14630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307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40880" y="105156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051560"/>
            <a:ext cx="1508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95260" y="1783080"/>
            <a:ext cx="0" cy="3657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3820" y="2103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 changed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92808" y="2697480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8528" y="25877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75688" y="233172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Re-embed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94176" y="2697480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25877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77056" y="233172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pgvector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upserted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95544" y="2697480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25877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78424" y="233172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78424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✅ Ready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ALTER TABLE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Upsert embedding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3383280"/>
            <a:ext cx="256032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TABLE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184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Insert new embedding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26480" y="3383280"/>
            <a:ext cx="25603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383280"/>
            <a:ext cx="25603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DROP TABLE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Delete stale embedding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No manual intervention  ·  No stale context  ·  Embeddings always reflect the live schema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Approach 1 vs OPEN SQL — Side by Side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6908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566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Approach 1 — Excel + ChatGPT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 SQL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44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Schema Freshness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Manual, stale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Auto-synced via Flyway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Token 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⚠ All tables 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Only relevant tables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Row-Level Security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User-scoped SQL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Direct Execution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Copy-paste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One click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Full log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Data Privacy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Data leaves org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Fully internal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Handles 100+ Tables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Context overflow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Semantic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Semantic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Keyword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Vector similarity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Multi-User Access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⚠ Manual sharing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Built-in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</a:rPr>
                        <a:t>Enterprise Ready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✅ 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Uses OPEN SQL and How?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690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Finance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"Show total liabilities above ₹10L this quarter"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→ Gets live data without waiting for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0690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Product 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"How many users added a SIP plan in the last 30 days?"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→ Self-serve analytics, no ticket raised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690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17520"/>
            <a:ext cx="40690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1752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"List all failed transactions this week by payment method"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→ Instant operational queries on demand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690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17520"/>
            <a:ext cx="40690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1752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Compliance / Audit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Full query log with user, timestamp, SQL, and row count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→ Complete audit trail for every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Build OPEN SQL Internally?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Row-Level 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Every generated SQL is scoped to the authenticated user — automatically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10512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0512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Audit Trail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579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Every query logged with user, SQL, timestamp, and result count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15184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Stays Internal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Schema and queries never leave your infrastructure — zero data residency risk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19856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19856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4655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Always Fresh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67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Flyway integration keeps embeddings in sync with every deployment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224528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24528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4270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Semantic search handles thousands of tables, not just 50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OPEN SQL —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1D4ED8">
              <a:alpha val="20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Spring Boot REST (Java)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566928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73352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733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6733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6733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OpenAI Embeddings  ·  Claude / GPT-4o for SQL generation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8412480" cy="566928"/>
          </a:xfrm>
          <a:prstGeom prst="rect">
            <a:avLst/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40864"/>
            <a:ext cx="6400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40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2340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Vector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3408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pgvector (PostgreSQL extension)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08376"/>
            <a:ext cx="8412480" cy="566928"/>
          </a:xfrm>
          <a:prstGeom prst="rect">
            <a:avLst/>
          </a:prstGeom>
          <a:solidFill>
            <a:srgbClr val="065F46">
              <a:alpha val="20000"/>
            </a:srgbClr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08376"/>
            <a:ext cx="64008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0837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3008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DB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00837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PostgreSQL with Flyway migrations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8412480" cy="566928"/>
          </a:xfrm>
          <a:prstGeom prst="rect">
            <a:avLst/>
          </a:prstGeom>
          <a:solidFill>
            <a:srgbClr val="B91C1C">
              <a:alpha val="20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75888"/>
            <a:ext cx="64008" cy="5669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758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8992" y="3675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67588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JWT Auth  ·  user_id scoped query execution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92400E">
              <a:alpha val="20000"/>
            </a:srgbClr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43400"/>
            <a:ext cx="64008" cy="56692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434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8992" y="4343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4343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Prometheus  ·  Grafana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502920"/>
            <a:ext cx="274320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OPEN SQL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</a:rPr>
              <a:t>"Your database. Your schema. Your queries.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</a:rPr>
              <a:t>No SQL knowledge required."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508760" y="329184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Secure by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329184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Always in Sync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29184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Ready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SQL — Text to SQL Query Generator</dc:title>
  <dc:subject>PptxGenJS Presentation</dc:subject>
  <dc:creator>PptxGenJS</dc:creator>
  <cp:lastModifiedBy>PptxGenJS</cp:lastModifiedBy>
  <cp:revision>1</cp:revision>
  <dcterms:created xsi:type="dcterms:W3CDTF">2026-04-26T17:26:13Z</dcterms:created>
  <dcterms:modified xsi:type="dcterms:W3CDTF">2026-04-26T17:26:13Z</dcterms:modified>
</cp:coreProperties>
</file>